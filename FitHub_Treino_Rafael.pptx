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FitHub Treino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Aplicativo fitness híbrido em Flutter</a:t>
            </a:r>
          </a:p>
          <a:p>
            <a:r>
              <a:t>Desenvolvedor: Rafael</a:t>
            </a:r>
          </a:p>
          <a:p>
            <a:r>
              <a:t>Ecossistema: FitHub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Aplicativo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Auxiliar usuários na organização dos treinos</a:t>
            </a:r>
          </a:p>
          <a:p>
            <a:r>
              <a:t>• Exibir exercícios e séries personalizadas</a:t>
            </a:r>
          </a:p>
          <a:p>
            <a:r>
              <a:t>• Registrar evolução física</a:t>
            </a:r>
          </a:p>
          <a:p>
            <a:r>
              <a:t>• Facilitar acompanhamento diário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Cadastro de treinos</a:t>
            </a:r>
          </a:p>
          <a:p>
            <a:r>
              <a:t>• Cronômetro de descanso</a:t>
            </a:r>
          </a:p>
          <a:p>
            <a:r>
              <a:t>• Histórico de exercícios</a:t>
            </a:r>
          </a:p>
          <a:p>
            <a:r>
              <a:t>• Controle de carga e repetições</a:t>
            </a:r>
          </a:p>
          <a:p>
            <a:r>
              <a:t>• Notificações motivacionais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Flutter (Frontend Mobile)</a:t>
            </a:r>
          </a:p>
          <a:p>
            <a:r>
              <a:t>• Node.js (Backend/API)</a:t>
            </a:r>
          </a:p>
          <a:p>
            <a:r>
              <a:t>• JSON para comunicação</a:t>
            </a:r>
          </a:p>
          <a:p>
            <a:r>
              <a:t>• Provider/Riverpod para estado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Gratuita Utilizada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ExerciseDB API</a:t>
            </a:r>
          </a:p>
          <a:p>
            <a:r>
              <a:t>• API gratuita de exercícios físicos</a:t>
            </a:r>
          </a:p>
          <a:p>
            <a:r>
              <a:t>• Retorna imagens e descrições</a:t>
            </a:r>
          </a:p>
          <a:p>
            <a:r>
              <a:t>• Respostas em JSON</a:t>
            </a:r>
          </a:p>
          <a:p>
            <a:r>
              <a:t>• Integração simples com Flutter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Banco local: Hive ou Sqflite</a:t>
            </a:r>
          </a:p>
          <a:p>
            <a:r>
              <a:t>• Banco em nuvem: Supabase (PostgreSQL)</a:t>
            </a:r>
          </a:p>
          <a:p>
            <a:r>
              <a:t>• Sincronização de progresso</a:t>
            </a:r>
          </a:p>
          <a:p>
            <a:r>
              <a:t>• Funcionamento offline-first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Nativos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Vibração ao finalizar séries</a:t>
            </a:r>
          </a:p>
          <a:p>
            <a:r>
              <a:t>• Notificações locais</a:t>
            </a:r>
          </a:p>
          <a:p>
            <a:r>
              <a:t>• Cronômetro em background</a:t>
            </a:r>
          </a:p>
          <a:p>
            <a:r>
              <a:t>• Armazenamento interno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Padrão MVVM</a:t>
            </a:r>
          </a:p>
          <a:p>
            <a:r>
              <a:t>• View</a:t>
            </a:r>
          </a:p>
          <a:p>
            <a:r>
              <a:t>• ViewModel</a:t>
            </a:r>
          </a:p>
          <a:p>
            <a:r>
              <a:t>• Model</a:t>
            </a:r>
          </a:p>
          <a:p>
            <a:r>
              <a:t>Separação clara de responsabilidades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FitHub Treino busca tornar os treinos</a:t>
            </a:r>
          </a:p>
          <a:p>
            <a:r>
              <a:t>mais organizados, inteligentes e acessíveis,</a:t>
            </a:r>
          </a:p>
          <a:p>
            <a:r>
              <a:t>integrando recursos modernos e experiência prática.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